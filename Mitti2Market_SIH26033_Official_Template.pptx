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3A7F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82880"/>
            <a:ext cx="164592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D97706"/>
                </a:solidFill>
              </a:defRPr>
            </a:pPr>
            <a:r>
              <a:t>💡 SIH 2026</a:t>
            </a:r>
          </a:p>
          <a:p>
            <a:pPr algn="r">
              <a:defRPr b="1" sz="800">
                <a:solidFill>
                  <a:srgbClr val="133A7F"/>
                </a:solidFill>
              </a:defRPr>
            </a:pPr>
            <a:r>
              <a:t>SMART INDIA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Problem Statement ID – </a:t>
            </a:r>
            <a:r>
              <a:rPr sz="1100">
                <a:solidFill>
                  <a:srgbClr val="0072CE"/>
                </a:solidFill>
              </a:rPr>
              <a:t>SIH26033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Problem Statement Title- </a:t>
            </a:r>
            <a:r>
              <a:rPr sz="1100">
                <a:solidFill>
                  <a:srgbClr val="1E293B"/>
                </a:solidFill>
              </a:rPr>
              <a:t>Direct Market Linkage &amp; Cooperative Aggregation for Small &amp; Marginal Farmers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Theme- </a:t>
            </a:r>
            <a:r>
              <a:rPr sz="1100">
                <a:solidFill>
                  <a:srgbClr val="1E293B"/>
                </a:solidFill>
              </a:rPr>
              <a:t>Agriculture, FoodTech &amp; Rural Development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PS Category- Software/Hardware - </a:t>
            </a:r>
            <a:r>
              <a:rPr sz="1100">
                <a:solidFill>
                  <a:srgbClr val="1E293B"/>
                </a:solidFill>
              </a:rPr>
              <a:t>Software (with IoT Edge AI &amp; Cloud Telephony)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Team ID- </a:t>
            </a:r>
            <a:r>
              <a:rPr sz="1100">
                <a:solidFill>
                  <a:srgbClr val="1E293B"/>
                </a:solidFill>
              </a:rPr>
              <a:t>[Your Registered Team ID]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Team Name (Registered on portal) - </a:t>
            </a:r>
            <a:r>
              <a:rPr sz="1100">
                <a:solidFill>
                  <a:srgbClr val="1E293B"/>
                </a:solidFill>
              </a:rPr>
              <a:t>[Your Team Name]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Institute Name - </a:t>
            </a:r>
            <a:r>
              <a:rPr sz="1100">
                <a:solidFill>
                  <a:srgbClr val="1E293B"/>
                </a:solidFill>
              </a:rPr>
              <a:t>[Your Institute / College Name]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457200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800">
                <a:solidFill>
                  <a:srgbClr val="059669"/>
                </a:solidFill>
              </a:defRPr>
            </a:pPr>
            <a:r>
              <a:t>🌾 MITTI2MARKET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Demand-Driven Cooperative Produce Pooling &amp; Direct Escrow Settlement</a:t>
            </a:r>
          </a:p>
          <a:p>
            <a:br/>
            <a:pPr>
              <a:defRPr b="1" sz="1100">
                <a:solidFill>
                  <a:srgbClr val="D97706"/>
                </a:solidFill>
              </a:defRPr>
            </a:pPr>
            <a:r>
              <a:t>⭐ PRIMARY ON-GROUND FIELD VALIDATION: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Validated on-site at Surat APMC Mandi Yard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Physical bill collected: Proves 42% intermediary cuts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55%+ smallholders confirmed reliance on 2G keypad phones</a:t>
            </a:r>
          </a:p>
          <a:p>
            <a:br/>
            <a:pPr>
              <a:defRPr sz="1000">
                <a:solidFill>
                  <a:srgbClr val="1E293B"/>
                </a:solidFill>
              </a:defRPr>
            </a:pPr>
            <a:r>
              <a:t>🌐 TEST WORKING PROTOTYPE (LIVE):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Deployed URL: https://your-app.vercel.app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Includes 1-Click 90-Sec Auto Demo Tour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Pure Hindi Voice IVR Keypad Simulation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2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320040"/>
            <a:ext cx="11887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82880"/>
            <a:ext cx="164592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D97706"/>
                </a:solidFill>
              </a:defRPr>
            </a:pPr>
            <a:r>
              <a:t>💡 SIH 2026</a:t>
            </a:r>
          </a:p>
          <a:p>
            <a:pPr algn="r">
              <a:defRPr b="1" sz="800">
                <a:solidFill>
                  <a:srgbClr val="133A7F"/>
                </a:solidFill>
              </a:defRPr>
            </a:pPr>
            <a:r>
              <a:t>SMART INDIA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Times New Roman"/>
              </a:defRPr>
            </a:pPr>
            <a:r>
              <a:t>IDEA TITLE: MITTI2MARKET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33A7F"/>
                </a:solidFill>
              </a:defRPr>
            </a:pPr>
            <a:r>
              <a:t>❖ Proposed Solution (Describe your Idea/Solution/Prototype)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b="1" sz="1000">
                <a:solidFill>
                  <a:srgbClr val="059669"/>
                </a:solidFill>
              </a:defRPr>
            </a:pPr>
            <a:r>
              <a:t>📸 PRIMARY FIELD EVIDENCE FROM APMC MANDI VISIT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2331720" cy="2103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[ PHOTO 1: MANDI BILL ]</a:t>
            </a:r>
            <a:br/>
            <a:br/>
            <a:r>
              <a:t>🔴 Problem: Actual bill shows 42% deduction in commission (arhat), mandi cess &amp; labor cuts.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874519"/>
            <a:ext cx="2331720" cy="2103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[ PHOTO 2: FARMER LOADING ]</a:t>
            </a:r>
            <a:br/>
            <a:br/>
            <a:r>
              <a:t>🔴 Problem: Fragmented transit; farmer pays ₹4/kg freight alone with 18-22% spoilage.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069080"/>
            <a:ext cx="2331720" cy="2103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[ PHOTO 3: WEIGHING SCALE ]</a:t>
            </a:r>
            <a:br/>
            <a:br/>
            <a:r>
              <a:t>🔴 Problem: Manual dial scales cause arbitrary weight cuts &amp; subjective grading disputes.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4069080"/>
            <a:ext cx="2331720" cy="2103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[ PHOTO 4: WITH MANDI SETH ]</a:t>
            </a:r>
            <a:br/>
            <a:br/>
            <a:r>
              <a:t>🔴 Problem: Interviews proved 55%+ smallholders use basic 2G keypad phones; excluded by apps.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508760"/>
            <a:ext cx="59436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• Detailed explanation of the proposed solution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- Reverses supply chain from 'Supply-Push' (dumping at mandis) to 'Demand-Pull'.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- When an institutional buyer requires bulk volume (1,000kg Tomato), our engine aggregates 3-5 smallholders (100-300kg each) into a single verified order with farm-gate cold pickup.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How it addresses the problem (Direct Mapping to Mandi Bill)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- 1. Mandi Bill 42% Cut ➔ 0% Commission (80-85% Direct Farmer Payout)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- 2. Loading Freight ➔ Consolidated Cold-Chain CVRP Truck (Farmer pays ₹0 Freight)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- 3. Weighing Scale Cuts ➔ IoT Bluetooth Digital Scale + Edge YOLOv8 AI QC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- 4. 55% Digital Barrier ➔ Pure Hindi/Gujarati Voice IVR on 2G Keypad Phones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Innovation and uniqueness of the solution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- Dual-Channel Telephony: Keypad phones get Hindi IVR; smartphones get app alerts.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- Dynamic Standby Reserve: Auto-substitutes dropouts to guarantee 100% buyer quota.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- Smart Milestone Escrow: 70% released at farm gate; 30% upon doorstep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320040"/>
            <a:ext cx="11887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82880"/>
            <a:ext cx="164592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D97706"/>
                </a:solidFill>
              </a:defRPr>
            </a:pPr>
            <a:r>
              <a:t>💡 SIH 2026</a:t>
            </a:r>
          </a:p>
          <a:p>
            <a:pPr algn="r">
              <a:defRPr b="1" sz="800">
                <a:solidFill>
                  <a:srgbClr val="133A7F"/>
                </a:solidFill>
              </a:defRPr>
            </a:pPr>
            <a:r>
              <a:t>SMART INDIA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b="1" sz="1150">
                <a:solidFill>
                  <a:srgbClr val="0F172A"/>
                </a:solidFill>
              </a:defRPr>
            </a:pPr>
            <a:r>
              <a:t>• Technologies to be used (languages, frameworks, hardware)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Frontend &amp; PWA:</a:t>
            </a:r>
            <a:br/>
            <a:r>
              <a:t>  React 18, TypeScript, Tailwind CSS, Vite, Leaflet GIS Mapping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Telephony &amp; Vernacular Audio:</a:t>
            </a:r>
            <a:br/>
            <a:r>
              <a:t>  Twilio / Asterisk PBX, DTMF decoder, gTTS Hindi/Gujarati voice engine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Hardware Deployed:</a:t>
            </a:r>
            <a:br/>
            <a:r>
              <a:t>  2G Keypad Feature Phones, Android Smartphones, Bluetooth Digital Scales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Edge Machine Learning Runtime:</a:t>
            </a:r>
            <a:br/>
            <a:r>
              <a:t>  TFLite (INT8 Quantized, 100% Offline-Capable on Mobile CPU)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Backend &amp; Payments:</a:t>
            </a:r>
            <a:br/>
            <a:r>
              <a:t>  Node.js, Express REST APIs, WebSockets, Smart Milestone Escrow Vault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4 Core AI Engines:</a:t>
            </a:r>
            <a:br/>
            <a:r>
              <a:t>  1. MittiForecaster: LSTM + LightGBM (Spot price curve &amp; deficit prediction)</a:t>
            </a:r>
            <a:br/>
            <a:r>
              <a:t>  2. MittiMatch: Kuhn-Munkres Hungarian Bi-Graph Matching</a:t>
            </a:r>
            <a:br/>
            <a:r>
              <a:t>  3. MittiRoute: Perishable CVRP-TW (Clarke-Wright Savings Heuristic)</a:t>
            </a:r>
            <a:br/>
            <a:r>
              <a:t>  4. MittiVision: Edge YOLOv8-Nano produce defect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80160"/>
            <a:ext cx="5790895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b="1" sz="1150">
                <a:solidFill>
                  <a:srgbClr val="0F172A"/>
                </a:solidFill>
              </a:defRPr>
            </a:pPr>
            <a:r>
              <a:t>• Methodology &amp; process for implementation (Flow Charts / Images)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1. BUYER DEMAND REQUISITION:</a:t>
            </a:r>
            <a:br/>
            <a:r>
              <a:t>   Institutional buyer posts 1,000kg demand (pre-filled via AI Forecast).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2. COOPERATIVE BI-GRAPH MATCHING:</a:t>
            </a:r>
            <a:br/>
            <a:r>
              <a:t>   Kuhn-Munkres engine aggregates 3-4 farmers in 15km cluster within +-10% tolerance.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3. DUAL-CHANNEL CONSENT DISPATCH:</a:t>
            </a:r>
            <a:br/>
            <a:r>
              <a:t>   Fires parallel Smartphone Push Alert + 2G Keypad Hindi Voice IVR Call (Press 1=Accept).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4. 70% SMART ESCROW HOLD:</a:t>
            </a:r>
            <a:br/>
            <a:r>
              <a:t>   Buyer places 70% deposit in escrow vault before collection vehicle departs.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5. MULTI-STOP COLD COLLECTION &amp; QC:</a:t>
            </a:r>
            <a:br/>
            <a:r>
              <a:t>   Truck follows Clarke-Wright CVRP route (-37% km). Farm-gate YOLOv8 defect grading.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6. TWO-STAGE DIRECT SETTLEMENT:</a:t>
            </a:r>
            <a:br/>
            <a:r>
              <a:t>   70% paid at gate upon weigh-in; 30% settled upon buyer doorstep acceptance.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320040"/>
            <a:ext cx="11887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82880"/>
            <a:ext cx="164592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D97706"/>
                </a:solidFill>
              </a:defRPr>
            </a:pPr>
            <a:r>
              <a:t>💡 SIH 2026</a:t>
            </a:r>
          </a:p>
          <a:p>
            <a:pPr algn="r">
              <a:defRPr b="1" sz="800">
                <a:solidFill>
                  <a:srgbClr val="133A7F"/>
                </a:solidFill>
              </a:defRPr>
            </a:pPr>
            <a:r>
              <a:t>SMART INDIA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b="1" sz="1150">
                <a:solidFill>
                  <a:srgbClr val="0F172A"/>
                </a:solidFill>
              </a:defRPr>
            </a:pPr>
            <a:r>
              <a:t>• Analysis of the feasibility of the idea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⚙️ TECHNICAL FEASIBILITY:</a:t>
            </a:r>
            <a:br/>
            <a:r>
              <a:t>• Built on ubiquitous 2G telecom voice infrastructure (99.8% rural reach).</a:t>
            </a:r>
            <a:br/>
            <a:r>
              <a:t>• Edge AI models are quantized to INT8; run offline on mobile CPUs with zero internet dependency in remote farm fields.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💰 ECONOMIC VIABILITY:</a:t>
            </a:r>
            <a:br/>
            <a:r>
              <a:t>• Self-sustaining commercial model: 2% facilitation fee + flat ₹1.0/kg freight paid by institutional buyers.</a:t>
            </a:r>
            <a:br/>
            <a:r>
              <a:t>• Farmers pay ₹0 platform fee and ₹0 freight cost.</a:t>
            </a:r>
            <a:br/>
            <a:r>
              <a:t>• Low cloud operating overheads due to client-side edge inference.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👨‍🌾 OPERATIONAL &amp; BEHAVIORAL FIT:</a:t>
            </a:r>
            <a:br/>
            <a:r>
              <a:t>• Zero learning curve for smallholders. Farmers do not need to download apps, register logins, or read English.</a:t>
            </a:r>
            <a:br/>
            <a:r>
              <a:t>• Verified during our Surat APMC mandi visit: farmers eagerly confirmed willingness to answer an automated voice call and press '1'.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80160"/>
            <a:ext cx="5790895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b="1" sz="1150">
                <a:solidFill>
                  <a:srgbClr val="0F172A"/>
                </a:solidFill>
              </a:defRPr>
            </a:pPr>
            <a:r>
              <a:t>• Potential challenges &amp; risks  &amp;  • Strategies for overcoming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🔴 Challenge 1: Low Literacy &amp; Feature Phone Dominance (High)</a:t>
            </a:r>
            <a:br/>
            <a:r>
              <a:t>🟢 Strategy: Pure vernacular voice IVR (Hindi/Gujarati) with DTMF keypad presses (1 = Accept, 2 = Reject). Zero English or smartphone required.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🔴 Challenge 2: Farmer Dropout or Gate Shortfall (Medium)</a:t>
            </a:r>
            <a:br/>
            <a:r>
              <a:t>🟢 Strategy: Dynamic Standby Reserve. Algorithm automatically pre-allocates backup farmers to fulfill shortfalls instantly without canceling the buyer's bulk order.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🔴 Challenge 3: Produce Quality &amp; Weighing Disputes (High)</a:t>
            </a:r>
            <a:br/>
            <a:r>
              <a:t>🟢 Strategy: IoT Bluetooth digital scales eliminate manual dial cuts. On-truck YOLOv8 camera confirms Agmark grade with pre-agreed contract rate adjustments.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🔴 Challenge 4: Buyer Payment Default Risk (High)</a:t>
            </a:r>
            <a:br/>
            <a:r>
              <a:t>🟢 Strategy: Mandatory 70% smart escrow vault deposit locked before truck departs; funds auto-disburse directly to farmer bank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5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320040"/>
            <a:ext cx="11887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82880"/>
            <a:ext cx="164592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D97706"/>
                </a:solidFill>
              </a:defRPr>
            </a:pPr>
            <a:r>
              <a:t>💡 SIH 2026</a:t>
            </a:r>
          </a:p>
          <a:p>
            <a:pPr algn="r">
              <a:defRPr b="1" sz="800">
                <a:solidFill>
                  <a:srgbClr val="133A7F"/>
                </a:solidFill>
              </a:defRPr>
            </a:pPr>
            <a:r>
              <a:t>SMART INDIA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651760" cy="1143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b="1" sz="2000">
                <a:solidFill>
                  <a:srgbClr val="059669"/>
                </a:solidFill>
              </a:defRPr>
            </a:pPr>
            <a:r>
              <a:t>+45.0%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Farmer Net Income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Farmer share: 35% -&gt; 85%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188720"/>
            <a:ext cx="2651760" cy="1143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b="1" sz="2000">
                <a:solidFill>
                  <a:srgbClr val="059669"/>
                </a:solidFill>
              </a:defRPr>
            </a:pPr>
            <a:r>
              <a:t>SAME-DAY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Direct Bank Credit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70% Gate / 30% 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88720"/>
            <a:ext cx="2651760" cy="1143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b="1" sz="2000">
                <a:solidFill>
                  <a:srgbClr val="059669"/>
                </a:solidFill>
              </a:defRPr>
            </a:pPr>
            <a:r>
              <a:t>-37.3%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Transport Mileage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-43.4% Carbon Footprint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188720"/>
            <a:ext cx="2651760" cy="1143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b="1" sz="2000">
                <a:solidFill>
                  <a:srgbClr val="059669"/>
                </a:solidFill>
              </a:defRPr>
            </a:pPr>
            <a:r>
              <a:t>&lt; 2.0%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Produce Spoilage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Down from 22% decay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530352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b="1" sz="1150">
                <a:solidFill>
                  <a:srgbClr val="0F172A"/>
                </a:solidFill>
              </a:defRPr>
            </a:pPr>
            <a:r>
              <a:t>• Potential impact on the target audience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Small &amp; Marginal Farmers (86% of Indian Agriculture):</a:t>
            </a:r>
            <a:br/>
            <a:r>
              <a:t>• Realized income surges from 35% to 80-85% by disintermediating 4 layers of commission agents.</a:t>
            </a:r>
            <a:br/>
            <a:r>
              <a:t>• Zero transport freight cost (saves ₹4-5/kg in individual tempo hiring).</a:t>
            </a:r>
            <a:br/>
            <a:r>
              <a:t>• Freedom from chronic 15-45 day informal credit cycles through instant same-day bank deposits.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Institutional Commercial Buyers (Supermarkets, Food Processors, HoReCa):</a:t>
            </a:r>
            <a:br/>
            <a:r>
              <a:t>• Direct access to farm-fresh produce with 12-18% procurement cost savings.</a:t>
            </a:r>
            <a:br/>
            <a:r>
              <a:t>• Single consolidated B2B tax invoice instead of managing hundreds of individual farmer receipts.</a:t>
            </a:r>
            <a:br/>
            <a:r>
              <a:t>• 100% guaranteed delivery fulfillment via dynamic standby reserve.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468880"/>
            <a:ext cx="5790895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b="1" sz="1150">
                <a:solidFill>
                  <a:srgbClr val="0F172A"/>
                </a:solidFill>
              </a:defRPr>
            </a:pPr>
            <a:r>
              <a:t>• Benefits of the solution (social, economic, environmental)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Economic Benefits:</a:t>
            </a:r>
            <a:br/>
            <a:r>
              <a:t>• Eliminates 40-42% intermediary cuts documented on actual mandi bills.</a:t>
            </a:r>
            <a:br/>
            <a:r>
              <a:t>• Milestone escrow guarantees financial liquidity at harvest time.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Social Benefits:</a:t>
            </a:r>
            <a:br/>
            <a:r>
              <a:t>• 100% digital inclusion: Feature-phone smallholders enjoy the same market access as corporate farms.</a:t>
            </a:r>
            <a:br/>
            <a:r>
              <a:t>• Eliminates physical auction yard exploitation, arbitrary weighing cuts, and language barriers.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Environmental &amp; Supply Chain Benefits:</a:t>
            </a:r>
            <a:br/>
            <a:r>
              <a:t>• Post-harvest food loss drops from 22% to under 2% via thermal decay constrained routing.</a:t>
            </a:r>
            <a:br/>
            <a:r>
              <a:t>• Multi-stop CVRP routing cuts vehicle kilometers by 37.3% and CO2 emissions by 43.4%.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6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320040"/>
            <a:ext cx="11887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82880"/>
            <a:ext cx="164592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b="1" sz="1100">
                <a:solidFill>
                  <a:srgbClr val="D97706"/>
                </a:solidFill>
              </a:defRPr>
            </a:pPr>
            <a:r>
              <a:t>💡 SIH 2026</a:t>
            </a:r>
          </a:p>
          <a:p>
            <a:pPr algn="r">
              <a:defRPr b="1" sz="800">
                <a:solidFill>
                  <a:srgbClr val="133A7F"/>
                </a:solidFill>
              </a:defRPr>
            </a:pPr>
            <a:r>
              <a:t>SMART INDIA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33A7F"/>
                </a:solidFill>
              </a:defRPr>
            </a:pPr>
            <a:r>
              <a:t>• Details / Links of the reference and research work  (and 3-4 UI Screenshots of Prototype)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530352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000">
                <a:solidFill>
                  <a:srgbClr val="059669"/>
                </a:solidFill>
              </a:defRPr>
            </a:pPr>
            <a:r>
              <a:t>📚 PRIMARY FIELD SURVEY &amp; 6 ACADEMIC CITATIONS (WITH LINKS)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📍 Primary Field Survey: Surat APMC Mandi Yard, Gujarat</a:t>
            </a:r>
            <a:br/>
            <a:r>
              <a:t>   (On-ground study with Mandi Seth, weighmen &amp; farmers; verified 42% cuts)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1. Ministry of Agriculture, GoI: Committee on Doubling Farmers' Income (DFI)</a:t>
            </a:r>
            <a:br/>
            <a:r>
              <a:t>   🔗 agricoop.nic.in/en/doubling-farmers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2. ICAR-CIPHET National Study on Post-Harvest Losses of Agricultural Produce</a:t>
            </a:r>
            <a:br/>
            <a:r>
              <a:t>   🔗 ciphet.icar.gov.in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3. Agmarknet Official APMC Mandi Daily Price &amp; Arrival Database (DMI)</a:t>
            </a:r>
            <a:br/>
            <a:r>
              <a:t>   🔗 agmarknet.gov.in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4. Kuhn-Munkres Bipartite Matching Algorithm: Kuhn (1955), Naval Res. Logistics</a:t>
            </a:r>
            <a:br/>
            <a:r>
              <a:t>   🔗 doi.org/10.1002/nav.3800020109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5. Clarke &amp; Wright Vehicle Routing (CVRP): Clarke &amp; Wright (1964), Operations Res.</a:t>
            </a:r>
            <a:br/>
            <a:r>
              <a:t>   🔗 doi.org/10.1287/opre.12.4.568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6. Perishable Food Quality Decay Kinetics: Tijskens &amp; Polderdijk (1996), Postharvest Bio.</a:t>
            </a:r>
            <a:br/>
            <a:r>
              <a:t>   🔗 doi.org/10.1016/0925-5214(96)00008-0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508760"/>
            <a:ext cx="5790895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000">
                <a:solidFill>
                  <a:srgbClr val="059669"/>
                </a:solidFill>
              </a:defRPr>
            </a:pPr>
            <a:r>
              <a:t>📱 4 WORKING PROTOTYPE UI SCREENSHOTS (PASTE IMAGES HERE)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874519"/>
            <a:ext cx="2651760" cy="1783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[SCREEN 1: BUYER PORTAL]</a:t>
            </a:r>
            <a:br/>
            <a:br/>
            <a:r>
              <a:t>AI Demand Forecaster &amp; Radar Map</a:t>
            </a:r>
            <a:br/>
            <a:r>
              <a:t>(Paste screenshot)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874519"/>
            <a:ext cx="2651760" cy="1783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[SCREEN 2: DEVICE SIMULATORS]</a:t>
            </a:r>
            <a:br/>
            <a:br/>
            <a:r>
              <a:t>Smartphone Alert &amp; Keypad Hindi IVR</a:t>
            </a:r>
            <a:br/>
            <a:r>
              <a:t>(Paste screenshot)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794760"/>
            <a:ext cx="2651760" cy="1783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[SCREEN 3: LOGISTICS &amp; QC]</a:t>
            </a:r>
            <a:br/>
            <a:br/>
            <a:r>
              <a:t>Moving Truck Map &amp; YOLOv8 Produce Scan</a:t>
            </a:r>
            <a:br/>
            <a:r>
              <a:t>(Paste screenshot)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3794760"/>
            <a:ext cx="2651760" cy="1783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[SCREEN 4: AI ARCHITECTURE]</a:t>
            </a:r>
            <a:br/>
            <a:br/>
            <a:r>
              <a:t>Top Bar 4-Model Stack &amp; Tensor Playground</a:t>
            </a:r>
            <a:br/>
            <a:r>
              <a:t>(Paste screenshot)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7880"/>
            <a:ext cx="11277295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🌐 LIVE PROTOTYPE: https://your-app.vercel.app  •  💻 GITHUB: https://github.com/himanikapadia/SIH26033-Mitti2Market  •  ⚡ INCLUDES 1-CLICK 90-SEC AUTO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